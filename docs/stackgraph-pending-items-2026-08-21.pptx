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STACKGRAPH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2377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8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ITEMS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left before pilot and production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3977640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summary of the open items across production acceptance, the next phase of intelligence work, and a couple of smaller gaps. Prepared August 21, 2026.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50749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5596128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before production acceptance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474720" y="50749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474720" y="5596128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queued for the next phase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309360" y="50749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309360" y="5596128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known gaps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StackGraph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064240" y="65105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4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8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PRODUCTION ACCEPTANCE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items stand between the current build and a live pilot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002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43584" y="1563624"/>
            <a:ext cx="10277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 up real sign-in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43584" y="1856232"/>
            <a:ext cx="10277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4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the real identity provider and GitHub App, and confirm a working path from login to the live product.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404872"/>
            <a:ext cx="10881360" cy="0"/>
          </a:xfrm>
          <a:prstGeom prst="line">
            <a:avLst/>
          </a:prstGeom>
          <a:noFill/>
          <a:ln w="9525">
            <a:solidFill>
              <a:srgbClr val="ECEDF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532888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5328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43584" y="2496312"/>
            <a:ext cx="10277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 storage durable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43584" y="2788920"/>
            <a:ext cx="10277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4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on versioning, object lock, and key management for cloud storage. Only local MinIO is in place today.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337560"/>
            <a:ext cx="10881360" cy="0"/>
          </a:xfrm>
          <a:prstGeom prst="line">
            <a:avLst/>
          </a:prstGeom>
          <a:noFill/>
          <a:ln w="9525">
            <a:solidFill>
              <a:srgbClr val="ECEDF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3465576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4655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43584" y="3429000"/>
            <a:ext cx="10277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a real pilot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43584" y="3721608"/>
            <a:ext cx="10277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4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on a real set of 100 or more repositories and keep the report. So far only a practice run on sample data has passed.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4270248"/>
            <a:ext cx="10881360" cy="0"/>
          </a:xfrm>
          <a:prstGeom prst="line">
            <a:avLst/>
          </a:prstGeom>
          <a:noFill/>
          <a:ln w="9525">
            <a:solidFill>
              <a:srgbClr val="ECEDF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4398264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3982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43584" y="4361688"/>
            <a:ext cx="10277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 sign-off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243584" y="4654296"/>
            <a:ext cx="10277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4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screen reader testing, a security penetration test, privacy review, and confirm that alerts reach the right people.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5202936"/>
            <a:ext cx="10881360" cy="0"/>
          </a:xfrm>
          <a:prstGeom prst="line">
            <a:avLst/>
          </a:prstGeom>
          <a:noFill/>
          <a:ln w="9525">
            <a:solidFill>
              <a:srgbClr val="ECEDF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533095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5330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243584" y="5294376"/>
            <a:ext cx="10277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 a migration issue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243584" y="5586984"/>
            <a:ext cx="10277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4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a leftover checksum mismatch in one local database migration.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to pilot and production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064240" y="65105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4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8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PHASE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items queued once the pilot is accepted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207008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work has not started yet. It follows the current build, not replaces it.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F5F6FA"/>
          </a:solidFill>
          <a:ln w="12700">
            <a:solidFill>
              <a:srgbClr val="DEE2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0B5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59536" y="191109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859536" y="1911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08176" y="1856232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 business capabilities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59536" y="2313432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4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beyond the current view-only version and connect capabilities to real backend data.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309360" y="169164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F5F6FA"/>
          </a:solidFill>
          <a:ln w="12700">
            <a:solidFill>
              <a:srgbClr val="DEE2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0B5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28816" y="191109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6528816" y="1911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077456" y="1856232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 technology spread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28816" y="2313432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4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how much unnecessary variation exists in each technology domain.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3319272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F5F6FA"/>
          </a:solidFill>
          <a:ln w="12700">
            <a:solidFill>
              <a:srgbClr val="DEE2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0B5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59536" y="353872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859536" y="3538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08176" y="3483864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reuse opportunities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59536" y="3941064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4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internal components already built and rank where consolidation makes sense.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309360" y="3319272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F5F6FA"/>
          </a:solidFill>
          <a:ln w="12700">
            <a:solidFill>
              <a:srgbClr val="DEE2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0B5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28816" y="353872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6528816" y="3538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077456" y="3483864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Rank modernization work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528816" y="3941064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4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proposed changes across the whole estate by impact and effort.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" y="4946904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F5F6FA"/>
          </a:solidFill>
          <a:ln w="12700">
            <a:solidFill>
              <a:srgbClr val="DEE2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0B5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59536" y="516636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859536" y="5166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408176" y="5111496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a feedback loop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59536" y="5568696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4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calibration set and track outcomes from accepted or rejected recommendations.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309360" y="4946904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F5F6FA"/>
          </a:solidFill>
          <a:ln w="12700">
            <a:solidFill>
              <a:srgbClr val="DEE2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0B5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528816" y="516636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2" name="Text 30"/>
          <p:cNvSpPr/>
          <p:nvPr/>
        </p:nvSpPr>
        <p:spPr>
          <a:xfrm>
            <a:off x="6528816" y="5166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077456" y="5111496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 more languages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528816" y="5568696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4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PyPI first, then Maven, Cargo, and NuGet, one at a time.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to pilot and production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1064240" y="65105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4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8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KNOWN GAPS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smaller items, plus where things stand overall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37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43584" y="1700784"/>
            <a:ext cx="10277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Hosted GitHub App login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43584" y="1993392"/>
            <a:ext cx="10277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4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sign-in flow works in code but is not live in production yet.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569464"/>
            <a:ext cx="10881360" cy="0"/>
          </a:xfrm>
          <a:prstGeom prst="line">
            <a:avLst/>
          </a:prstGeom>
          <a:noFill/>
          <a:ln w="9525">
            <a:solidFill>
              <a:srgbClr val="ECEDF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697480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6974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43584" y="2660904"/>
            <a:ext cx="10277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Tenant policy rules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43584" y="2953512"/>
            <a:ext cx="10277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4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for approved internal components still need to roll out to each tenant.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4160520"/>
            <a:ext cx="10881360" cy="1600200"/>
          </a:xfrm>
          <a:prstGeom prst="roundRect">
            <a:avLst>
              <a:gd name="adj" fmla="val 4571"/>
            </a:avLst>
          </a:prstGeom>
          <a:solidFill>
            <a:srgbClr val="141B4D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438912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8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things stand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60120" y="4718304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build itself is done. What's left is proving it on a real customer, closing out storage and sign-on for production, and getting sign-off from security and real users. None of it requires new architecture.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to pilot and production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064240" y="65105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2026-08-21T14:36:53Z</dcterms:created>
  <dcterms:modified xsi:type="dcterms:W3CDTF">2026-08-21T14:36:53Z</dcterms:modified>
</cp:coreProperties>
</file>